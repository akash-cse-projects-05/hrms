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AURA HRMS ENTERPRISE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Next-Gen Workforce Operating System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Unified Web Commander + Native iOS &amp; Android Mobile Suite + Live GPS Travel Telemetry &amp; Statutory Payroll.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TURNKEY COMPLIANCE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100% Automated Payroll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Auto-calculates PF, PT, TDS &amp; LOP deductions with single-click bulk payslips.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297680"/>
            <a:ext cx="2468880" cy="19202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3B82F6"/>
                </a:solidFill>
                <a:latin typeface="Calibri"/>
              </a:defRPr>
            </a:pPr>
            <a:r>
              <a:t>ZERO FAKE CLAIMS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Live Field Telemetry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Real-time satellite GPS tracking of employee trips &amp; linked expense receipts.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060704"/>
            <a:ext cx="5376672" cy="519379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hr_control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97280"/>
            <a:ext cx="5303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NATIVE MOBILE SUITE (IOS &amp; ANDROID)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Employee Self-Service, Geofenced Attendance &amp; Field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Equip your workforce with a fast, modern mobile app. Punch attendance, apply for leaves, download payslips, and track business trips on the 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975104"/>
            <a:ext cx="2542032" cy="418795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bile_attend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24688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17920"/>
            <a:ext cx="24688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1-Tap Geofenced Punch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975104"/>
            <a:ext cx="2542032" cy="418795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011680"/>
            <a:ext cx="246888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0" y="6217920"/>
            <a:ext cx="24688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Mobile Self-Service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75104"/>
            <a:ext cx="2542032" cy="418795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obile_trip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2468880" cy="411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6217920"/>
            <a:ext cx="24688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Field Trip &amp; Mission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1975104"/>
            <a:ext cx="2542032" cy="418795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bile_profi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011680"/>
            <a:ext cx="2468880" cy="411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6217920"/>
            <a:ext cx="2468880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Employee ID &amp; Leave Vault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MARKET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Live Field Travel &amp; Interactive GPS Route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Monitor sales reps, field engineers, and executive business trips in real time. Eliminate fake mileage and fraudulent meal vouchers.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3B82F6"/>
                </a:solidFill>
                <a:latin typeface="Calibri"/>
              </a:defRPr>
            </a:pPr>
            <a:r>
              <a:t>LIVE TELEMETRY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Live HR Satellite Operations Map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View active traveling personnel with interactive GPS breadcrumb trails, vehicle routes, and destination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FRAUD ELIMINATION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Trip-Locked Expense Reimbursements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Reimbursements are strictly attached to verified travel route IDs with camera receipt captures. No receipts, no travel movement = no reimbursement.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411480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8B5CF6"/>
                </a:solidFill>
                <a:latin typeface="Calibri"/>
              </a:defRPr>
            </a:pPr>
            <a:r>
              <a:t>COMPLETE DOSSIER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Executive Mission Dossiers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Generates comprehensive travel dossiers with boarding passes, hotel bookings, and client deliverables.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975104"/>
            <a:ext cx="6382512" cy="446227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trip_route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STATUTORY INDIAN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Single-Click Bulk Payroll Processing &amp; Compliance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Automatically calculate PF, Professional Tax, TDS slabs, and dynamic Loss-of-Pay (LOP) deductions.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ZERO HUMAN ERROR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Dynamic LOP Salary Deductions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Unpaid leaves (Loss-of-Pay) automatically deduct daily wages from base salary without tedious manual spreadsheet math.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3B82F6"/>
                </a:solidFill>
                <a:latin typeface="Calibri"/>
              </a:defRPr>
            </a:pPr>
            <a:r>
              <a:t>FAST-TRACK PAYROLL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Single-Click Bulk Generation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Generate 50 to 5,000+ payslips in a single click. The system audits tax thresholds, generates PDFs, and distributes them securely.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411480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EMPLOYEE SELF-SERVICE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Encrypted Payslip Vault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Employees view historical breakdown (Basic, HRA, Travel Allowance, Net In-Hand) on web or mobile.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975104"/>
            <a:ext cx="6382512" cy="446227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payroll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PERFORMANCE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Appraisal Review Cycles &amp; 360 Monthly Review Dossiers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Objective, continuous performance management that aligns employee outcomes with corporate revenue goals.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FAIR EVALUATIONS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Two-Stage Review Cycles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Self-appraisal ratings (1 to 5) followed by managerial score and qualitative feedback notes for fair, documented reviews.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3B82F6"/>
                </a:solidFill>
                <a:latin typeface="Calibri"/>
              </a:defRPr>
            </a:pPr>
            <a:r>
              <a:t>OUTCOME DRIVEN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Objectives &amp; Key Results (OKRs)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Employees set measurable quarterly goals with checkable key results and progress bars to monitor milestone completions.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411480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1-ON-1 EXECUTIVE SHEET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360 Monthly Review Dossier (PDF)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 one-click printable executive sheet combining attendance rate, leaves, trips, OKRs, and manager notes for 1-on-1 meetings.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975104"/>
            <a:ext cx="6382512" cy="446227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performance_apprai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COMPENSATION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Real-Time CTC Simulation &amp; Branded Increment Letters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Automates salary hike math, promotions, and formal legal documentation seamlessly.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INSTANT MATH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Real-Time CTC Simulator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Test hike percentages (10%, 15%) or target CTCs. The engine automatically recalculates Basic (50%), HRA, PF, Gratuity, and Net In-Hand.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AUTOMATED MASTER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1-Click Master Record Sync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Once HR approves a proposed hike or promotion, the employee's master salary, designation, and tax deductions update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411480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3B82F6"/>
                </a:solidFill>
                <a:latin typeface="Calibri"/>
              </a:defRPr>
            </a:pPr>
            <a:r>
              <a:t>FORMAL DOCUMENTATION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Branded Increment Letters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Generates formal, print-ready increment and promotion letters on corporate letterhead with full component breakdown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975104"/>
            <a:ext cx="6382512" cy="446227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6_compensation_re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AI Candidate Resume Screener &amp; Policy RAG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Harness vector search and machine intelligence directly inside your HR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8B5CF6"/>
                </a:solidFill>
                <a:latin typeface="Calibri"/>
              </a:defRPr>
            </a:pPr>
            <a:r>
              <a:t>FAST HIRING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Automated Batch Resume Parser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Upload 50+ candidate PDF resumes. The system parses work history, skills, and scores candidates against the Job Description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80% LESS HR QUERIES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AI Policy RAG Chatbot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Employees ask questions about maternity leave, notice period, or travel perks. The vector AI engine cites exact handbook clauses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411480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3B82F6"/>
                </a:solidFill>
                <a:latin typeface="Calibri"/>
              </a:defRPr>
            </a:pPr>
            <a:r>
              <a:t>AUTOMATED SCREENING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Candidate Interview Bot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Send automated screening tokens (/interview/:token) for AI-driven preliminary interviews before manager rounds.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975104"/>
            <a:ext cx="6382512" cy="446227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_ai_talent_acqui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EXECUTIVE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Workforce Telemetry, Department Headcounts &amp; Attrition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Gives executive leadership complete visibility into organizational health, salary bands, and attendance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RETENTION ANALYTICS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Hiring vs Attrition Trends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Track 12-month rolling joins vs exits to detect turnover hotspots before they impact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41148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COST CONTROL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Department &amp; Salary Band Split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Instant breakdown of payroll distribution, average employee tenure, and age/gender demographics.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411480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OPERATIONAL HEALTH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Real-Time Attendance Rate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Daily attendance compliance rate across all company branches and field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975104"/>
            <a:ext cx="6382512" cy="4462272"/>
          </a:xfrm>
          <a:prstGeom prst="roundRect">
            <a:avLst/>
          </a:prstGeom>
          <a:solidFill>
            <a:srgbClr val="1E29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5_executive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011680"/>
            <a:ext cx="6309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Bank-Grade Privacy: DPDP Act 2023 &amp; Zero Data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Your employee records, salary data, and identity proofs are protected by strict legal and technical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3B82F6"/>
                </a:solidFill>
                <a:latin typeface="Calibri"/>
              </a:defRPr>
            </a:pPr>
            <a:r>
              <a:t>ARCHITECTURE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Dedicated Tenant Isolation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Each company operates in an isolated, partitioned database. Cross-tenant data leakage is architecturally impossible.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03120"/>
            <a:ext cx="2468880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CRYPTOGRAPHIC GUARD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AES-256 &amp; TLS 1.3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Military-grade encryption at rest for databases and documents, with TLS 1.3 encryption across all network transmissions.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2468880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NON-MONETIZATION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Strict Non-Sharing Pledge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We never sell, rent, monetize, or share client data with third parties or data brokers. The client retains 100% data ownership.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103120"/>
            <a:ext cx="2468880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LEGAL SHIELD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Enterprise SaaS Agreement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Comprehensive Master Subscription Agreement with liability caps, mutual hold-harmless defense, and New Delhi arbitration.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MARKET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How AURA HRMS Compares to Legacy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High enterprise functionality without exorbitant multi-year contract traps.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Core Feature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AURA HRMS (Our Platform)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Keka HR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Darwinbox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greytHR</a:t>
                      </a:r>
                    </a:p>
                  </a:txBody>
                  <a:tcPr>
                    <a:solidFill>
                      <a:srgbClr val="1A243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Mobile App (iOS &amp; Android)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Included Free (Full Feature)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Yes (Base features)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Yes (Complex)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Yes (Basic)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Live Field GPS Map Telemetry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Native Built-in Map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Paid Add-on (High cost)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Third-party plugin only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AI Policy RAG &amp; Resume Screener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Built-in Core Engine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Limited Chatbot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Enterprise Custom Tier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Implementation Timeline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Under 24 Hours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3 to 6 Weeks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 to 4 Months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 to 3 Weeks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Pricing &amp; Contract Lock-In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Zero Lock-In (Monthly Billing)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Min. Rs 60,000+ Annual Lock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Min. Rs 2,50,000+ Annual Lock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Min. Rs 35,000+ Annual Lock</a:t>
                      </a:r>
                    </a:p>
                  </a:txBody>
                  <a:tcPr>
                    <a:solidFill>
                      <a:srgbClr val="1017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754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8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SPECIAL INTRODUCTORY OFFER</a:t>
            </a:r>
          </a:p>
          <a:p>
            <a:pPr>
              <a:defRPr sz="1300" b="1">
                <a:solidFill>
                  <a:srgbClr val="F8FAFC"/>
                </a:solidFill>
                <a:latin typeface="Calibri"/>
              </a:defRPr>
            </a:pPr>
            <a:r>
              <a:t>Experience Aura HRMS with a Risk-Free 30-Day Free Pilot</a:t>
            </a:r>
          </a:p>
          <a:p>
            <a:pPr>
              <a:spcBef>
                <a:spcPts val="1400"/>
              </a:spcBef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t>Zero upfront setup fees. We configure your company's dedicated workspace, migrate your employee records, and deploy the native mobile app for your entire workforce completely free for 30 days.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   Dedicated Account Onboarding Specialist assigned to your team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   Full access to Native Mobile Apps (iOS &amp; Android) with live geofenced punch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   Complete Indian statutory payroll processing (PF, PT, TDS, LOP)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   Zero long-term contract lock-in — continue only if you love the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
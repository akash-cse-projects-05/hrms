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108960" cy="384048"/>
          </a:xfrm>
          <a:prstGeom prst="roundRect">
            <a:avLst/>
          </a:prstGeom>
          <a:solidFill>
            <a:srgbClr val="00286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ENTERPRISE WORKFORCE SUITE v4.5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Unified Autonomous HR, AI Talent Intelligence,</a:t>
            </a:r>
            <a:br/>
            <a:r>
              <a:t>Field Mobility &amp; Statutory Payroll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A modern enterprise platform engineered to replace 7 disparate SaaS subscriptions with 1 unified, high-performance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560320" cy="201168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0D2FF"/>
                </a:solidFill>
                <a:latin typeface="Arial"/>
              </a:defRPr>
            </a:pPr>
            <a:r>
              <a:t>01. AI Resume Screening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Autonomous RAG semantic matching &amp; 1-click tailored exam bots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3931920"/>
            <a:ext cx="2560320" cy="201168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0D2FF"/>
                </a:solidFill>
                <a:latin typeface="Arial"/>
              </a:defRPr>
            </a:pPr>
            <a:r>
              <a:t>02. Statutory Payroll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100% error-free tax slabs, overtime rules &amp; instant payslips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931920"/>
            <a:ext cx="2560320" cy="201168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0D2FF"/>
                </a:solidFill>
                <a:latin typeface="Arial"/>
              </a:defRPr>
            </a:pPr>
            <a:r>
              <a:t>03. Field Mobility &amp; GPS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OpenStreetMap breadcrumb route audits with zero Google API fees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3931920"/>
            <a:ext cx="2560320" cy="201168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0D2FF"/>
                </a:solidFill>
                <a:latin typeface="Arial"/>
              </a:defRPr>
            </a:pPr>
            <a:r>
              <a:t>04. Geofenced Attendance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Radius-bounded mobile punches preventing buddy-punching &amp; fraud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1 of 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2FF"/>
                </a:solidFill>
                <a:latin typeface="Arial"/>
              </a:defRPr>
            </a:pPr>
            <a:r>
              <a:t>BUSINESS IMPACT &amp; QUANTIFIABLE ROI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Arial"/>
              </a:defRPr>
            </a:pPr>
            <a:r>
              <a:t>Eliminate Administrative Bottlenecks, Fraud &amp; Software Sprawl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57800" cy="205740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defRPr sz="3800" b="1">
                <a:solidFill>
                  <a:srgbClr val="00D2FF"/>
                </a:solidFill>
                <a:latin typeface="Arial"/>
              </a:defRPr>
            </a:pPr>
            <a:r>
              <a:t>78%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Hiring Velocity Increase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Cut time-to-hire from weeks to hours via automated RAG screening &amp; technical exam bots.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737360"/>
            <a:ext cx="5257800" cy="205740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defRPr sz="3800" b="1">
                <a:solidFill>
                  <a:srgbClr val="00D2FF"/>
                </a:solidFill>
                <a:latin typeface="Arial"/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Payroll Calculation Accuracy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Zero manual errors in tax deductions, PF/ESI, overtime multipliers, and CTC disbursals.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defRPr sz="3800" b="1">
                <a:solidFill>
                  <a:srgbClr val="00D2FF"/>
                </a:solidFill>
                <a:latin typeface="Arial"/>
              </a:defRPr>
            </a:pPr>
            <a:r>
              <a:t>42%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Travel Expense Leakage Eliminated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Real-time OpenStreetMap route breadcrumbs &amp; GPS timestamps eliminate inflated vouchers.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defRPr sz="3800" b="1">
                <a:solidFill>
                  <a:srgbClr val="00D2FF"/>
                </a:solidFill>
                <a:latin typeface="Arial"/>
              </a:defRPr>
            </a:pPr>
            <a:r>
              <a:t>99.4%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Attendance Compliance Rate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Strict radius geofencing eliminates buddy-punching and remote punch spoofing.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2 of 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2FF"/>
                </a:solidFill>
                <a:latin typeface="Arial"/>
              </a:defRPr>
            </a:pPr>
            <a:r>
              <a:t>TECHNICAL ARCHITECTURE &amp; SECURITY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Arial"/>
              </a:defRPr>
            </a:pPr>
            <a:r>
              <a:t>Built on Modern, Resilient, Cloud-Native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57800" cy="205740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ENTERPRISE CORE</a:t>
            </a:r>
          </a:p>
          <a:p>
            <a:pPr>
              <a:spcBef>
                <a:spcPts val="2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Multi-Tenant Node.js &amp; MongoDB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 Complete tenant data isolation preventing cross-organization leakage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 High-throughput asynchronous architecture handling 10,000+ concurrent requests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 Helmet HTTP security headers, CORS protection, and rate-limiting guards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737360"/>
            <a:ext cx="5257800" cy="205740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TALENT INTELLIGENCE</a:t>
            </a:r>
          </a:p>
          <a:p>
            <a:pPr>
              <a:spcBef>
                <a:spcPts val="2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FastAPI &amp; ChromaDB AI Microservice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 Dedicated Python AI service running ChromaDB vector database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 Sentence-transformers semantic resume matching and automated fit scoring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 Automated candidate exam bot generation across multiple engineering domains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ZERO API BILLING</a:t>
            </a:r>
          </a:p>
          <a:p>
            <a:pPr>
              <a:spcBef>
                <a:spcPts val="2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Pure OpenStreetMap Telemetry Engine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 OpenFreeMap Bright vector tiles replacing expensive proprietary Google Maps API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 Zero monthly map billing charges regardless of employee tracking volume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 Millimeter-level geofence polygon checks and real-time breadcrumb rendering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MOBILE WORKFORCE</a:t>
            </a:r>
          </a:p>
          <a:p>
            <a:pPr>
              <a:spcBef>
                <a:spcPts val="2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Cross-Platform React Native Mobile App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 Single codebase for iOS and Android built on modern React Native Expo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 Offline-resilient attendance and trip logging with background sync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 Full mobile trip management, receipt photos, and field expense claim vouchers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3 of 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OPERATIONS &amp; SECURITY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Access Portal &amp; Multi-Tenant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auth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Enterprise security gate providing role-based login (SuperAdmin, HR Admin, Employee, Manager) with session hardening and encrypted credential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Zero-Trust Security: BCrypt salted hashing, session token rotation, and brute-force rate-limiting protection.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Role-Based Workspaces: Dynamic redirection to role-specific interfaces ensuring strict data segregation.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Tenant Isolation: Ensures enterprise credentials and sessions remain completely separated across corporate tenants.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SECURITY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MFA-Ready &amp; SOC2 Principles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4 of 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OPERATIONS &amp; TENANCY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Instant Company Onboarding &amp; Tenant Provisioning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company_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Self-service enterprise registration wizard creating isolated tenant data boundaries, company policies, and automated database schemas.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Autonomous Tenant Setup: Provisions tenant workspace, database collections, and administrative super-user in seconds.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Company Customization: Upload corporate branding, configure domain parameters, and establish legal company entity.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Turnkey Configuration: Automatically initializes default shift structures, leave categories, and payroll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EFFICIENCY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0-Minute DevOps Provisioning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5 of 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EXECUTIVE COMMAND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HR Command Center &amp; Live Workforce Radar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hr_control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Single-pane executive dashboard delivering immediate visibility into daily attendance, pending leaves, ongoing trips, and payroll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Live Workforce Radar: Real-time counters for Present, Traveling, On-Leave, and Absent personnel.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Urgent Action Triage: One-click approval queues for pending leave requests, travel requisitions, and appraisals.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Direct Modular Navigation: Instant shortcut hub to all 12 operational modules across the enterprise 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VISIBILITY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360° Real-time Workforce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6 of 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TALENT MANAGEMENT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Employee Master Directory &amp; Role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employee_dir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Centralized employee repository offering real-time status badges, department-based filtering, role reassignments, and CTC inspection.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Sub-Second Search: Instant search across thousands of employee records with live keyword and role filters.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Department Hierarchy: Visual organizational grouping across Engineering, HR, IT, Finance, and Operations.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Complete Personnel Dossier: Single-click access to employee profiles, salary histories, emergency contacts, and assets.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SCALABILITY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Handles 10,000+ Employee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7 of 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PAYROLL &amp; COMPENSATION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Automated Multi-Tenant Payroll &amp; Disbursal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payroll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End-to-end autonomous payroll engine calculating net pay by factoring biometric attendance, overtime, tax slabs, and statutory deductions.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Zero Calculation Errors: Eliminates Excel spreadsheet mistakes with automated deduction and allowance formulas.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Batch Payslip Generation: Generates cryptographic, tamper-proof salary slips for entire workforce in under 5 seconds.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Financial Pre-Flight Audit: Comprehensive preview of total company salary liability before final executive disbursement.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ACCURACY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100% Error-Free Automated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8 of 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ATTENDANCE &amp; TIME-OFF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Leave Management &amp; Multi-Tier Approval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leave_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Transparent leave requisition board with automated quota tracking (Casual, Sick, Earned, Unpaid) and instant manager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Zero Administrative Drag: Replaces messy email chains with structured one-click Approve / Reject actions.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Quota Leakage Prevention: Live balance verification prevents employees from taking unearned paid leaves.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Real-Time Synchronization: Approved leaves automatically deduct from balance and update biometric attendance rosters.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PRODUCTIVITY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85% Faster Leave 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9 of 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ATTENDANCE &amp; COMPLIANCE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Biometric Attendance Audit &amp; Daily Timecard Summaries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attendance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Granular timecard auditing system logging exact clock-in, clock-out, total hours, shift compliance, and late arrival 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Legal &amp; Statutory Audit Trail: Maintains tamper-proof records for labor law inspections and client billing audits.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Anomaly Detection: Automated highlighting of early departures, missing punches, and unexpected overtime.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Export-Ready Reports: Single-click export to CSV and Excel for external auditors and executive reviews.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COMPLIANCE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Tamper-Proof Biometric Logging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10 of 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FIELD MOBILITY &amp; LOGISTICS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Field Mobility &amp; Business Trip Fleet Command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trip_flee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Centralized command dashboard for field sales, traveling executives, and on-site service engineers across geographic territories.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Territory Fleet Visibility: Real-time visibility over field personnel on active domestic and international trips.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Lifecycle Tracking: Seamless tracking of trip stages from Approved Requisition to Active Transit and Final Audit.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Expense Linking: Direct linkage between completed business trips and submitted expense claim vouchers.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OVERSIGHT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Complete Field Workforce 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11 of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FIELD MOBILITY &amp; LOGISTICS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OpenStreetMap GPS Route Audit &amp; Breadcrumb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trip_route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High-precision breadcrumb route tracing utilizing pure OpenStreetMap vector tiles with zero proprietary Google API billing lock-in.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Verifiable Mileage Proof: Calculates exact travel distance in kilometers to validate fuel and travel reimbursement claims.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Timestamped Checkpoint Pins: Visual chronological trail of employee location pings throughout the business trip.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Zero Google Map Billing: Leverages OpenFreeMap Bright vector tiles, saving enterprises thousands in monthly API fees.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SAVINGS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Zero Proprietary Map API Fees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12 of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TALENT &amp; MERIT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360° Appraisal Dashboard &amp; Merit Rating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performance_apprai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Performance appraisal system featuring multi-tiered scoring, manager evaluations, self-appraisals, and merit hike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Objective Meritocracy: Replaces subjective reviews with quantifiable metric scoring and KPI evaluations.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Historical Growth Radar: Multi-quarter performance comparison tracking employee career velocity over time.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Compensation Integration: Direct pipeline from top appraisal ratings to automated salary revision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ENGAGEMENT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Transparent 360° Employee Reviews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13 of 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COMMUNICATIONS &amp; CULTURE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Company Notice Board &amp; Broadcast 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notice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Organization-wide broadcast center for executive announcements, policy updates, holiday notices, and emergency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Guaranteed Message Delivery: Ensures vital corporate notices are never lost in cluttered email inboxes.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Priority &amp; Category Tags: Distinguishes between Urgent Safety Alerts, Policy Revisions, and Cultural Celebrations.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Omnichannel Sync: Instant synchronization across employee web portals and mobile smartphone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ALIGNMENT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100% Reach Across Distributed Teams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14 of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PAYROLL &amp; COMPLIANCE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Statutory Tax Slabs, Allowances &amp; Deductions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payroll_settings_t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Granular payroll configuration suite allowing custom basic salary %, HRA, PF, Professional Tax, ESI, and custom allowances.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Statutory Labor Compliance: Pre-configured templates for Provident Fund, ESI, Professional Tax, and Income Tax.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Custom Allowance Architecture: Configure flexible allowances (Travel, Medical, Special, Food, Housing) in seconds.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Zero-Code Tax Revisions: Update regional tax slabs and deduction thresholds without requiring developer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GOVERNANCE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Zero-Code Tax &amp; PF 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15 of 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WORKFORCE MANAGEMENT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Work Shifts, Rotational Rosters &amp; Overtime Multipliers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3_company_settings_shif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Shift configuration suite supporting General, Morning, Night, and rotational shifts with grace periods and overtime multipliers.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24/7 Shift Flexibility: Built for round-the-clock manufacturing plants, IT support, and hospital operations.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Grace Period Rules: Configurable buffer window before triggering half-day deductions or late arrival flags.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Overtime Logic: Automated overtime multiplier calculation seamlessly fed into the payroll disbursal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FLEXIBILITY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Supports 24/7 Rotational Operations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16 of 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SECURITY &amp; ATTENDANCE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Geofencing Radar &amp; GPS Security Radius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4_geofence_security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Pinpoint office location coordinates with configurable punch radius (50m, 100m, 250m) and remote work allowances.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Anti-Spoofing Perimeter: Strict GPS boundary verification prevents remote clock-in fraud and proxy punches.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Multi-Branch Management: Define unique geofence coordinates and radiuses for satellite offices and regional hubs.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Smart Policy Overrides: Configurable exceptions for designated traveling sales reps and approved remote workers.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SECURITY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Zero Proxy Punches &amp; Remote Fraud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17 of 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EXECUTIVE INTELLIGENCE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HR Executive Analytics &amp; Predictive Attrition Radar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5_executive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C-suite strategic intelligence dashboard analyzing headcount growth, department salary distribution, and attrition velocity.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Strategic Executive Insights: Equips CHROs and CFOs with real-time workforce cost and talent retention data.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Attrition Early Warning: Detects departmental turnover spikes before critical talent exits impact business.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Budgetary Forecasting: Visual payroll liability projections aiding future quarterly and annual budget allocations.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INTELLIGENCE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Data-Driven Talent &amp; Cost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18 of 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PAYROLL &amp; FINANCE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Compensation Revision &amp; CTC Hike Simulator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6_compensation_re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Interactive salary hike modeling tool calculating revised basic pay, allowances, and company contributions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Real-Time CTC Simulation: Model individual and department-wide raises and immediately preview total cost impact.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Budgetary Safeguards: Enforces compensation limits and salary bands to prevent unauthorized payroll overruns.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Audited Revision History: Complete digital paper trail detailing justification, approver, and effective date of hikes.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CONTROL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Real-Time Company CTC Modeling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19 of 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AI &amp; RECRUITMENT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AI Resume Screener &amp; Candidate Exam Bot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7_ai_talent_acqui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Next-generation AI recruitment engine featuring RAG semantic matching, automated candidate scoring, and custom interactive exam bots.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RAG Resume Screening: Parses 100+ resumes in seconds against job descriptions using vector embeddings and ChromaDB.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Domain Exam Bot Studio: 1-click interactive technical exam generation across Electronics, Embedded, Full-Stack &amp; Finance.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Dramatic Cost Reductions: Reduces recruiter screening time by over 78% and cuts agency recruitment fees to zero.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INNOVATION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78% Reduction in Screening Hours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20 of 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COMPLIANCE &amp; LEGAL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Digital Company Policy &amp; Compliance Handbook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8_company_hand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Centralized digital handbook for company codes of conduct, NDAs, IT security policies, POSH compliance, and employee benefits.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Paperless Legal Compliance: Digital policy acknowledgement with verifiable employee timestamps.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Rapid Employee Onboarding: Empowers new team members with instant answers on company rules and expectations.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Single Source of Truth: Guarantees all distributed and remote personnel adhere to identical corporate guidelines.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COMPLIANCE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100% Paperless Regulatory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21 of 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ENTERPRISE COLLABORATION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Internal Real-Time Team Chat &amp; Collaboration Channels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9_team_collab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Built-in channel-based chat (#general, #announcements, #department) keeping internal conversations secure within the tenant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SaaS Cost Consolidation: Eliminates need for third-party Slack or Microsoft Teams subscriptions.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Tenant Data Privacy: Internal discussions remain protected within enterprise MongoDB tenant collections.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Immediate Context Switching: Collaborate on projects, leaves, and approvals without leaving the HRMS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INTEGRATION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Built-in Zero-Cost Team Chat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22 of 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EMPLOYEE EXPERIENCE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Employee Self-Service Command Center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_employee_self_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Personalized employee dashboard with greeting banner, real-time clock-in status, pending requests, and fast-action shortcuts.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Self-Service Empowerment: Employees apply for leaves, book trips, and download payslips without bothering HR.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Live Shift &amp; Punch Status: Displays exact current punch status, shift timings, and daily working hours counter.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High-Adoption UX: Modern Corporate Blue interface designed for friction-free employee satisfaction and adoption.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EXPERIENCE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Frictionless Employee Self-Service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23 of 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EMPLOYEE EXPERIENCE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Employee Action Center &amp; KPI Metric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1_employee_dashboard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At-a-glance status cards detailing available leave balances, approved business trips, expense vouchers, and recent payslips.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Transparent Balances: Completely eliminates employee inquiries regarding remaining casual or sick leave days.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One-Click Document Downloads: Instant access to current and historical monthly salary slips.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Real-Time Request Tracking: Live visibility into whether submitted leave or expense requests have been approved.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TRANSPARENCY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Zero Inquiries to HR Helpdesk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24 of 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EMPLOYEE EXPERIENCE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Personal Productivity &amp; Attendance History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2_employee_persona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Personalized monthly attendance calendar displaying working days, public holidays, leaves taken, and punctuality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Employee Accountability: Encourages personal attendance punctuality through transparent historical tracking.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Dispute Avoidance: Identifies missing punches before monthly payroll cut-off dates to prevent salary deductions.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Company Holiday Planning: Integrated holiday calendar aiding personal time-off and vacation planning.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ACCOUNTABILITY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Zero Payroll Dispute Timecards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25 of 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PAYROLL &amp; TRANSPARENCY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Detailed Interactive Payslip &amp; Statutory Deductions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3_employee_payslip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Exhaustive salary slip display breaking down basic salary, HRA, allowances, PF, ESI, professional tax, and net payable amount.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Cryptographic Transparency: Shows every individual addition and deduction with exact statutory formulas.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Official PDF Export: Instant print-ready PDF download featuring digital corporate seal for loans and visas.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Historical Financial Archive: Employees maintain lifetime digital access to all past salary statements.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TRUST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Official PDF Payslip with Digital Seal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26 of 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OPERATIONS &amp; IT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IT Department Hardware Inventory &amp; Asset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4_it_asset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Asset management suite tracking company laptops, monitors, software licenses, serial numbers, and custodian assignment histories.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Asset Loss Prevention: Ensures all assigned IT hardware is tracked and returned during employee offboarding.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Warranty &amp; Maintenance: Tracks purchase dates, warranty expirations, and scheduled maintenance intervals.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Custodian Accountability: Directly binds hardware serial numbers to employee digital profile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PROTECTION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100% Hardware Asset Accountability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27 of 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OPERATIONS &amp; SUPPORT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Multi-Department Helpdesk &amp; SLA Resolution 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5_helpdesk_tick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Internal ticketing system supporting priority triage, multi-department routing (IT, HR, Admin, Finance), and SLA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Guaranteed SLA Turnaround: Enforces resolution timeframes for critical workplace and IT support tickets.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Departmental Routing: Directs employee tickets to the exact responsible team with automated notification alerts.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Audit Trail &amp; Status Updates: Replaces informal verbal complaints with verifiable digital ticket histories.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SLA CONTROL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Structured Multi-Department Tickets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28 of 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SECURITY &amp; DOCUMENTATION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Enterprise Encrypted Document Vault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6_secure_document_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Secure digital locker for storing offer letters, government IDs (Aadhaar/PAN), educational credentials, and appraisal certificates.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Bank-Grade Encryption: Protects sensitive personal identity documents with encrypted cloud storage.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Paperless HR Files: Completely replaces physical paper filing cabinets with instant digital search.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Role-Restricted Access: Only authorized HR personnel and the document owner can inspect or download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SECURITY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Encrypted Cloud Document Locker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29 of 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FIELD MOBILITY &amp; LOGISTICS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Employee Field Mobility &amp; Daily Trip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7_employee_trips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Field mobility tracker allowing employees on duty to initiate trips, record location checkpoints, and log activity pings.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One-Touch Trip Activation: Simple start/stop interface designed for traveling executives and field engineers.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GPS Checkpoint Pings: Logs location coordinates at client premises to verify customer visits.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Seamless Expense Integration: Instant transition from completed trip to filing travel expense vouchers.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SIMPLICITY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1-Tap Field Trip Telemetry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30 of 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FIELD MOBILITY &amp; LOGISTICS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Business Trip Requisition &amp; Multi-City Wizard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8_business_trip_wi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Comprehensive travel requisition wizard capturing origin, destination, business purpose, travel mode, and planned itinerary.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Standardized Travel Approvals: Prevents unauthorized corporate travel with mandatory manager pre-approval.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Policy-Compliant Itineraries: Ensures proposed travel dates and transport modes adhere to company travel policies.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Multi-City Itinerary Support: Seamlessly supports complex travel routes across multiple client destinations.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WORKFLOW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Pre-Approved Travel Requisitions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31 of 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FIELD MOBILITY &amp; FINANCE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Trip Budget Estimation &amp; Daily Allowance Requisition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9_trip_budget_est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Structured travel budget estimator covering lodging, transport, daily allowances, client hospitality, and cash advances.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Expense Budget Caps: Establishes pre-approved spending ceilings to avoid unexpected expense claim surprises.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Advance Cash Workflow: Streamlines travel advance requests with automated finance department approval.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Financial Governance: Ensures travel budgets align with departmental quarterly travel allocations.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BUDGETING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Prevents Expense Overruns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32 of 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FIELD MOBILITY &amp; GOVERNANCE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Trip Review, Manager Routing &amp; Approval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0_trip_itinerary_sub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Final itinerary confirmation screen displaying complete travel summary, emergency contacts, and automated notification triggers.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Duty of Care Compliance: Ensures company always knows employee location and emergency contacts during travel.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Automated Manager Routing: Instantly notifies reporting managers for rapid one-click digital travel sign-off.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Digital Travel Authorization: Produces official approved travel record required for ticketing and advance disbursal.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GOVERNANCE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Complete Corporate Duty-of-Care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33 of 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TALENT &amp; GOVERNANCE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360° Digital Employee Profile &amp; Emergency Contacts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1_employe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Comprehensive employee digital dossier containing role details, blood group, emergency contacts, bank details, and hierarchy.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Life-Safety Emergency Access: Instant access to employee blood group and emergency contacts in critical situations.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Verified Banking Records: Maintains accurate bank account and IFSC details to prevent salary payment bounces.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Self-Service Updates: Employees maintain their residential address and contact details, saving HR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SAFETY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Essential Emergency &amp; Banking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34 of 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ATTENDANCE &amp; SECURITY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Live Geofenced Map Punch &amp; Attendance Terminal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2_attendance_geofence_pu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Interactive OpenStreetMap clock-in interface displaying real-time employee position relative to designated office perimeter circles.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Visual Geofence Verification: Renders clear visual feedback showing employee position inside designated office boundaries.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Distance Validation Gate: Blocks punch attempts with clear warning messages if employee is outside allowable radius.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Hardware-Free Biometrics: Turns any smartphone or laptop into an enterprise biometric attendance terminal.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INNOVATION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Visual Radius-Bounded Clock-In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35 of 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ATTENDANCE &amp; AUDITING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Daily Attendance Punch Telemetry &amp; Timecard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3_attendance_punch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Detailed punch log displaying timestamped check-in/out telemetry, IP address, and geofence verification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Irrefutable Timecard Proof: Provides indisputable digital evidence of workplace presence for compliance audits.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Shift Differential Tracking: Captures exact punch times required for accurate overtime and shift allowance calculations.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Fast Dispute Resolution: Resolves employee timecard questions instantly with transparent timestamp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VERIFICATION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Irrefutable Digital Proof of 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36 of 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MOBILE APP EXCELLENCE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Mobile App: Executive Dashboard &amp; Quick Punch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bile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Ergonomic native mobile interface featuring 1-tap attendance punch, leave quota widgets, and pending approval notifications.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Native 60FPS Performance: Built on React Native Expo for fluid, responsive mobile performance on iOS and Android.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Instant Mobile Punch: Clock-in from smartphone with instant geofence verification in under 2 seconds.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Real-Time Mobile Alerts: Push notifications for leave approvals, company notices, and ticket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MOBILE FIRST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Fluid Native iOS &amp; Android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37 of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MOBILE APP EXCELLENCE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Mobile App: OpenStreetMap Geofenced Punch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bile_attend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Native mobile map view displaying high-accuracy device GPS position relative to authorized company perimeter circles.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Battery-Optimized GPS: High-accuracy geolocation without excessive smartphone battery drain.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Visual Radius Circle: Real-time blue marker and green geofence circle indicate authorized punching zone.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Zero Hardware Cost: Replaces expensive fingerprint scanners at factory gates and office entrances.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MOBILE MAPS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High-Precision Mobile Geofence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38 of 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MOBILE APP EXCELLENCE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Mobile App: Field Trips &amp; GPS Route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bile_tri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Comprehensive mobile trip management screen with OpenStreetMap route tracing, status tabs, and direct expense claim submissions.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Trip Status Tabs: Easily toggle between My Trips, Request Trip, and Trip Expenses on mobile.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Live Mileage &amp; Pings: Start trips and log location check-ins on-the-go from any smartphone.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Direct Expense Claim: Submit hotel, fuel, food, and travel claims directly from the field.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FIELD READY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End-to-End Field Mobility on Mobile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39 of 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MOBILE APP EXCELLENCE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Mobile App: Digital Employee ID &amp; Credentials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35024"/>
            <a:ext cx="6931152" cy="43708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bile_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371600"/>
            <a:ext cx="3657600" cy="105156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Mobile digital identification badge displaying employee ID, department, manager, emergency contacts, and active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657600" cy="210312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CORE BUSINESS ADVANTAGES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Digital Employee ID: Serves as virtual company identity badge on smartphones for security gate entry.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1-Touch Emergency Calling: Direct speed-dial buttons for designated family and company emergency contacts.</a:t>
            </a:r>
          </a:p>
          <a:p>
            <a:pPr>
              <a:spcBef>
                <a:spcPts val="400"/>
              </a:spcBef>
              <a:defRPr sz="919">
                <a:solidFill>
                  <a:srgbClr val="E2E8F0"/>
                </a:solidFill>
                <a:latin typeface="Arial"/>
              </a:defRPr>
            </a:pPr>
            <a:r>
              <a:t>✔ Mobile Document Access: Inspect company policies and employment credentials on mobile anytime.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9160"/>
            <a:ext cx="3657600" cy="777240"/>
          </a:xfrm>
          <a:prstGeom prst="roundRect">
            <a:avLst/>
          </a:prstGeom>
          <a:solidFill>
            <a:srgbClr val="002D7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850" b="1">
                <a:solidFill>
                  <a:srgbClr val="00D2FF"/>
                </a:solidFill>
                <a:latin typeface="Arial"/>
              </a:defRPr>
            </a:pPr>
            <a:r>
              <a:t>ENTERPRISE IMPACT  •  IDENTITY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Digital Mobile Identity Badge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40 of 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  <a:latin typeface="Arial"/>
              </a:defRPr>
            </a:pPr>
            <a:r>
              <a:t>ENTERPRISE DEPLOYMENT READINESS</a:t>
            </a:r>
          </a:p>
          <a:p>
            <a:pPr>
              <a:spcBef>
                <a:spcPts val="400"/>
              </a:spcBef>
              <a:defRPr sz="3200" b="1">
                <a:solidFill>
                  <a:srgbClr val="FFFFFF"/>
                </a:solidFill>
                <a:latin typeface="Arial"/>
              </a:defRPr>
            </a:pPr>
            <a:r>
              <a:t>Ready for Production Rollout Across Global Organizations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08960"/>
            <a:ext cx="3429000" cy="292608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0D2FF"/>
                </a:solidFill>
                <a:latin typeface="Arial"/>
              </a:defRPr>
            </a:pPr>
            <a:r>
              <a:t>Cloud &amp; On-Premise Hosting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✔  AWS, GCP, Azure, or Self-Hosted Bare Metal compatibility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✔  Dockerized container architecture with horizontal auto-scaling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✔  MongoDB Atlas cluster with automated point-in-time backups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3108960"/>
            <a:ext cx="3429000" cy="292608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0D2FF"/>
                </a:solidFill>
                <a:latin typeface="Arial"/>
              </a:defRPr>
            </a:pPr>
            <a:r>
              <a:t>Security &amp; Regulatory Posture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✔  SOC2, ISO 27001, and GDPR compliance architectural principles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✔  Multi-tenant cryptographic data separation and zero cross-leakage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✔  Role-Based Access Control (RBAC) with complete audit logging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3108960"/>
            <a:ext cx="3429000" cy="292608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0D2FF"/>
                </a:solidFill>
                <a:latin typeface="Arial"/>
              </a:defRPr>
            </a:pPr>
            <a:r>
              <a:t>Fast Turnkey Implementation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✔  Immediate CSV / Excel bulk employee data ingestion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✔  Pre-packaged statutory labor and tax configurations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✔  Instant mobile app rollout via Apple App Store &amp; Google 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HRMS ENTERPRISE SUITE  •  Confidential &amp; Proprietary  •  Enterprise Workforce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D2FF"/>
                </a:solidFill>
                <a:latin typeface="Arial"/>
              </a:defRPr>
            </a:pPr>
            <a:r>
              <a:t>Slide 41 of 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